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Principal, Registrar, Faculty, Staff or Guidance account,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Guidance, the Director, the Admin and the division Principal - nobody else, not the adviser, not the family.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2026-09-08T23:07:29Z</dcterms:created>
  <dcterms:modified xsi:type="dcterms:W3CDTF">2026-09-08T23:07:29Z</dcterms:modified>
</cp:coreProperties>
</file>