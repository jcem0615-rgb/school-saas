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yes. What they cannot do is change it; that is the Admin,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 Which is why an Admin can create another one: the office is a department, not one person's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after this slide is always "which platform?" - it is Jitsi, embedded, and the school can host it themselves. Zoom and Meet refuse to be embedded at all, which is why a link is all anybody else offers.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any account the school needs - another Admin included -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 and the school's own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Rates, contributions and the monthly run, with printed payslips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room, movement log and reorder list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Timesheets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staff leave, and read the hours the scanner recorded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a banner, not an icon - and it names who picked it up and who closed it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CLASS CANNOT MEET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held inside LogicClass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typhoon, a suspension of classes, a teacher isolating. The teacher presses one button on the register and the lesson happens anyway.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button, on the register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online. The class the teacher already has open becomes a video lesson - no link to send, no meeting to schedule, nothing for a parent to install.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on the register, nobody else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in appears on each student's own record. There is no link to forward, and a child in another section cannot reach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room every lesson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reused, and named nothing - not the school, not the section, not the date. A room guessable from a timetable is one a stranger walks into.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 closes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the register ends the call. A lesson cannot outlive the teacher, which is the difference between a video class and a video link.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has a bell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video call does not, so the classroom shows one: time elapsed against the period the timetable gives it, and the minutes left in words.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on a phone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and iPhone run the lesson inside LogicClass itself - no browser, nothing else to install. On a computer it runs in the page.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when, written automatically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2026-09-24T03:06:06Z</dcterms:created>
  <dcterms:modified xsi:type="dcterms:W3CDTF">2026-09-24T03:06:06Z</dcterms:modified>
</cp:coreProperties>
</file>