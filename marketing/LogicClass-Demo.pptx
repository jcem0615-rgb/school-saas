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worth saying out loud: the division boundary is enforced in the database rules rather than hidden in the UI, and "oversight, not data entry" is literal - a Principal has no edit buttons on any of these. Same for the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class record in the demo and type a mark - the grade moves as you save. Two things teachers react to: a missing exam is not a zero, and a corrected mark replaces rather than doubling. Every other system they have used gets one of those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oversight: reads everything, approves, and edits nothing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screen the head of school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read across the whole school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families have asked about their data, and what was answered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fee sets the cashier assesses against - the Admin defines them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school spending by category and date. The Admin records it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from, maintained by the Admin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9" name="Shape 36"/>
          <p:cNvSpPr/>
          <p:nvPr/>
        </p:nvSpPr>
        <p:spPr>
          <a:xfrm>
            <a:off x="6323076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8232" y="5445252"/>
            <a:ext cx="173736" cy="173736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835140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52" name="Text 38"/>
          <p:cNvSpPr txBox="1"/>
          <p:nvPr/>
        </p:nvSpPr>
        <p:spPr>
          <a:xfrm>
            <a:off x="6835140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 - read.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name, to a role or to one class.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role, and since the Director and Principal became read-only, the only one: everything the school changes week to week is changed from this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Principal, Registrar, Faculty, Staff or Guidance account, with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 family asking what is held about their child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of families asking for access, correction, erasure or objection - each with a target answer date.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work is a column, the class is the rows. Type the marks down it once and every grade recomputes - no dialog per child, and a corrected mark replaces the wrong one rather than adding to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are yours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and confirmed by a named person at the school - and a subject teacher can set their own split for their class, as long as it adds up to a hundred.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and names what is still missing, rather than capping every child at 80.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 shows its work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letterhead, and a second page giving every component - raw over possible, the percentage, the weight, what it contributed - for the quarter being read.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The guidance office, the Director and the division Principal - and nobody else, not even the class adviser.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adviser, guidance, the office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 - but a second tap in the queue, seconds after the first, is not: the person is already in, and the scanner says so.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The Admin only - never the cashier who took the money -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 role, or one class,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adviser, guidance, the office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 - and, for a school that runs semesters, which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997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997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semesters, one year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High and college change timetable halfway through. The second semester reuses the same room, lecturer and slot - not a clash, because the two are never in the same week.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965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185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997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752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term at a time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3035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term and read that week; classes that run all year show in every term, because that is where they actually are. A school with one timetable is never asked the question.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6771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67715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34340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5628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67715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12978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41324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The questions a DPO asks are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can ask what is held about their child, from their own profile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and objection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rights the Act names, filed the same way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on every request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carries a target answer date and shows when it is overdue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roles, or the class,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year, principal and DPO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2026-09-08T22:44:27Z</dcterms:created>
  <dcterms:modified xsi:type="dcterms:W3CDTF">2026-09-08T22:44:27Z</dcterms:modified>
</cp:coreProperties>
</file>