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this is not payroll. It is the sheet payroll is run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data. A demo on their own roster sells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attendance, grades, fees,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 ready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time-out, not a duplicate.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892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2026-08-30T06:55:54Z</dcterms:created>
  <dcterms:modified xsi:type="dcterms:W3CDTF">2026-08-30T06:55:54Z</dcterms:modified>
</cp:coreProperties>
</file>