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yes. What they cannot do is change it; that is the Admin, two slides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things worth saying out loud: the division boundary is enforced in the database rules rather than hidden in the UI, and "oversight, not data entry" is literal - a Principal has no edit buttons on any of these. Same for the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 Which is why an Admin can create another one: the office is a department, not one person's login.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follow-up list. Two families who enquired three weeks ago and were never rung back is the number a school loses its year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class record in the demo and type a mark - the grade moves as you save. Two things teachers react to: a missing exam is not a zero, and a corrected mark replaces rather than doubling. Every other system they have used gets one of those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a subject teacher asks for in the first ten minutes. Pair it with the grades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Vouchers are the slide a Philippine private school leans forward for - nobody else models the PEAC receivable.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concurrency point out loud: no two receipts can carry the same serial, 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"not even the principal" point is the one that gets a reaction. It is also what makes the channel worth having.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sheet payroll is run from - the next slide is the run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refusal to ship rate tables is the credibility line. A wrong bracket looks entirely plausible on a payslip, and it is somebody short every payday.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who currently has the LCD projector. Nobody will know, and that is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inbox is the part competitors skip. Push alone means the school cannot prove it told anybody.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how long last April took. The answer is usually days, and always at least one argument about who decided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data, then hand them the laptop. Do not talk over the first thing they 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image" Target="../media/image-37-7.png"/><Relationship Id="rId8" Type="http://schemas.openxmlformats.org/officeDocument/2006/relationships/image" Target="../media/image-3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Admissions, enrolment, attendance, grades, fees, payroll,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online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oversight: reads everything, approves, and edits nothing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screen the head of school opens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in the school. Every decision records who made it, when, and what they were deciding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read across the whole school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fee sets the cashier assesses against - the Admin defines them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school spending by category and date. The Admin records it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from, maintained by the Admin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 - read.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name, to a role or to one class.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 - and the decision is signed with their account.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role, and since the Director and Principal became read-only, the only one: everything the school changes week to week is changed from this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any account the school needs - another Admin included - with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 and the school's own numbers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Rates, contributions and the monthly run, with printed payslips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room, movement log and reorder list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&amp; Timesheets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staff leave, and read the hours the scanner recorded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16178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phone call to a student number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stages - and the screen opens on the enquiries nobody has moved in a week, longest wait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448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contact, the grade level applied for, and where the family heard about the school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2049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is in, with the documents the school asked for listed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650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 is set, and the family is told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taken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is recorded - and without a score the stage will not move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2448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is offered, with the date the offer lapses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2049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reservation fee is paid, and it follows the child as a credit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650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Enrolled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creates the student record and issues the number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2521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reached each stage, and where in the year the school is losing families</a:t>
            </a:r>
            <a:endParaRPr lang="en-US" sz="1000" dirty="0"/>
          </a:p>
        </p:txBody>
      </p:sp>
      <p:sp>
        <p:nvSpPr>
          <p:cNvPr id="37" name="Text 27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 cannot be wished forward: no score, no "exam taken"; no payment, no "reserved".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 and the balance in front of you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the DepEd way, and printed as a Form 138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work, performance tasks and quarterly assessment - weighted per subject group by the school's own table.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work is a column, the class is the rows. Type the marks down it once and every grade recomputes - no dialog per child, and a corrected mark replaces the wrong one rather than adding to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are yours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with the DepEd Order 8 s.2015 groupings and confirmed by a named person at the school - and a subject teacher can set their own split for their class, as long as it adds up to a hundred.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component is not a zero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 two of a quarter no exam has been given. The grade is rescaled out of the weight that exists rather than capping every child at 80 - and the subject is marked INC until the component is filled, so a working figure is never mistaken for a final grade.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card shows its work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138 on the school's own letterhead, and a second page giving every component - raw over possible, the percentage, the weight, what it contributed - for the quarter being read.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Guidance, the Director, the Admin and the division Principal - nobody else, not the adviser, not the family.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adviser, guidance, the office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shown as a banner, not hidden behind an icon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 - but a second tap in the queue, seconds after the first, is not: the person is already in, and the scanner says so.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PER SUBJECT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the teacher takes, not just the gate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scan says they came to school. It cannot say they were in Physics - which is the question behind a grade that dropped.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presses it at the start of the class. The whole section appears, marked present - so a register taken in a hurry still records the truth about everyone who was there.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exceptions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late, absent, excused - one tap each. Three absences is three taps, not forty. Corrections allowed on the day, not after.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the class, and records the finish time against everyone who was in it. Absent students get no time out, because they had no time in.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family sees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 with its own attendance rate, worst first - because the reason anybody opens this screen is to find the one that is going wrong.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on the ID card and the student's name, class and balance appear. Nothing sends until the ID names somebody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The Admin only - never the cashier who took the money -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Instalments, discounts, vouchers and the exam permit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things a private school here does to a bill - and not one of them is a remark typed into a notes field.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Instalments with due dates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 can be split - upon enrolment, then monthly - with a due date on every part. What is overdue becomes a date rather than an opinion.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is a record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Sibling, early bird, staff child, scholarship: who granted it, on what authority, and against which charge. It can be revoked, and the revocation is a record too.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 and SHS vouchers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subsidy is carried as a receivable from PEAC, not as a discount the school gave away. The family sees the net; the school still sees who owes the rest.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 permit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or not cleared, read from the ledger - so nobody is deciding at a desk on exam morning whether this family is up to date.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school that writes a voucher off as a discount cannot say what PEAC still owes it. This one can.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RECEIPTS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serials, issued once and reconciled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booklet is registered with its Authority to Print number and its range. The app hands out serials from it, one at a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booklet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ATP number, the serial range it covers, and the date it was received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8450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serial, once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on the server inside a transaction. Two cashiers pressing at the same moment cannot be handed the same number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an OR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Payer, amount, what it was for, and the serial - on the school's own letterhead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384505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Reconciled, gaps and all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serials were issued, which were cancelled, and which are simply missing - the question an audit opens with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292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932688" y="523494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492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502920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serial is not a number the app displays. It is a number the server gives out once and can never give out again.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AND TEACHER, TALKING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thread per child, and nobody else in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message the teachers who teach their child. Not the whole staff list - the teachers who actually teach them.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reach whom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out from the timetable, the section and the family link, every time a thread is opened. Nobody maintains a list, and nobody can message outside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read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of them. Not the Principal, not an administrator. A parent who believes the office is reading tells the teacher nothing worth reading.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per child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with two children taught by the same teacher gets two threads, so nobody has to say which child they mean.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said stays said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 cannot be edited or unsent, and the sender is stamped by the server - nobody can post in the other person's name.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TIME AND LEAVE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month a payroll clerk reads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scanner that marks students marks employees. This is where those scans become a month.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employee files leave from their own screen. Working days are counted for them, weekends excluded, and the count is kept.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queue for the office, with the decided ones beneath it. Who decided, in what role, when, and why - and the employee is told.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timesheet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named as exactly one thing: worked, late, on leave, rest day, or absent. Approved leave is what turns a blank day from an absence into an authorised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guessed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with a time in and no time out contributes no hours, and the sheet says how many such days there are. No invented hours reach a payslip.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Salaries computed from the timesheet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Monthly, daily or hourly - whichever the contract says. Absences are costed at the period's own day rate, not a fixed twenty-two.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and allowances from the employee's compensation record; days worked, late and absent from the month already on the timesheet.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out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SSS, PhilHealth, Pag-IBIG and withholding tax - contributions first, then tax on what is left. Net pay never falls below zero.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Server-computed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rates, the tables, the scans and the approved leave are all read server-side. No figure on a payslip comes from the device that pressed Issue.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payslip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A5, two to a sheet, your logo behind it, and the basis of every line on it - so an employee can check their own pay without asking anybody.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98348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2688" y="528066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9496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983480"/>
            <a:ext cx="9582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ship no contribution tables. Your school types them from the circular in front of it, records which circular that was, and confirms - and no payslip prints until somebody has.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school owns, and who is holding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a row - received, issued, returned, consumed, written off - and the quantity is what those rows add up to.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category, unit, reorder level, and where in the school it is kept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delivery, with the supplier and the document number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576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person, for a reason - the projector has a name against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on the shelf, and the person who had it is clear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fallen to its reorder level, before somebody needs it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5765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out of the room right now, and who is holding each of it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quantity is never typed in - it is the movements, added up.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FINDS OUT TOO LATE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push, and a record of it that is still there tomorrow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notification is gone the moment it is swiped away. Everything the school sends is also written to the person's own inbox.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every account it is addressed to - a role, or one class, and only those. Whose phone rings is decided on the server, not by a filter on a list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guidance summons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and every linked parent are told, and told again if the office calls it off. A family should not rearrange a day around an appointment that is not happening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emergency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adviser, guidance, the office and the student's parents, at high priority, with the app closed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leave decision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who filed it. Somebody who never hears back either comes in when they should not have, or stays away when they were expected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person in the conversation, named by the child it is about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all of it, in one inbox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from the bell in every portal. A phone that was off, or a browser that never granted permission, misses nothing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Promoted, retained or graduated - decided once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every April that a school currently does by hand, on a printed list, in a room.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per student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Promoted, retained, graduated or transferred out, taken against the final grades already held - with a reason recorded where the school needs 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decided by default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the school has not decided on is held, and held students are left out of the run entirely. Silence never quietly becomes a promotion.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level is not guessed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from the school's own roster of grade levels. Where there is no next level, the app says so instead of inventing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twice, safely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already rolled over is skipped rather than moved again, and the run reports how many were applied and how many were already done.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promotion record is written once and never edited - a correction is a new record.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 - and, for a school that runs semesters, which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997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997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semesters, one year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High and college change timetable halfway through. The second semester reuses the same room, lecturer and slot - not a clash, because the two are never in the same week.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997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term at a time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term and read that week; classes that run all year show in every term, because that is where they actually are. A school with one timetable is never asked the question.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6771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67715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67715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automatically. A decision on a request is signed with the account that made it, so an approval cannot be attributed to somebody else.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Your DPO asks what is held and who can reach it - and that part is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decided at the database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by what a screen shows - a screen you cannot reach is data you cannot fetch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 trail behind it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to a record carries who made it and when, written automatically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handled at the office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Access, correction, erasure and objection are answered by the school, off this system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roles, or the class,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 and principal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61772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try it before you believe any of it: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49377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logicclass.vercel.app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54406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accounts, one per role. Nothing to install, and nothing you type into it is kept.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2026-09-13T01:02:55Z</dcterms:created>
  <dcterms:modified xsi:type="dcterms:W3CDTF">2026-09-13T01:02:55Z</dcterms:modified>
</cp:coreProperties>
</file>