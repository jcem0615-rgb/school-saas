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yes. What they cannot do is change it; that is the Admin,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 Which is why an Admin can create another one: the office is a department, not one person's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any account the school needs - another Admin included -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 and the school's own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Rates, contributions and the monthly run, with printed payslips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room, movement log and reorder list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Timesheets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staff leave, and read the hours the scanner recorded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a banner, not an icon - and it names who picked it up and who closed it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when, written automatically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2026-09-13T07:13:20Z</dcterms:created>
  <dcterms:modified xsi:type="dcterms:W3CDTF">2026-09-13T07:13:20Z</dcterms:modified>
</cp:coreProperties>
</file>