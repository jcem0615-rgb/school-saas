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data. A demo on their own roster sells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attendance, grades, fees,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 ready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filed in the school - approve or reject with a reason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purpose and a reference number, and a receipt number the client cannot invent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 - not because a screen remembered to log it.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892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2026-08-28T09:01:14Z</dcterms:created>
  <dcterms:modified xsi:type="dcterms:W3CDTF">2026-08-28T09:01:14Z</dcterms:modified>
</cp:coreProperties>
</file>