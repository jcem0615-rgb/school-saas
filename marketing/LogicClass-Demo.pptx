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Say what LogicClass is in one line, then move straight to the school day it replaces.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short. The audience already lives this; you are showing that you know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that the parent and student portals exist from day one - this is not a back-office-only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answers "can the head of school see everything?" - yes, including who changed what.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division boundary is enforced in the database rules, not just hidden in the UI - worth saying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Branding is what makes the printed ID cards and the Form 137 look like the school's own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Admin is the operator role - the person who keeps the school configured week to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Registration issues a sequential student number the client cannot forge - S-2026-000001.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balance is server-owned: only a recorded payment or refund moves it, never a stray 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grade can be corrected but never silently reassigned to a different student - the rule refuses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Auto-marking is the demo moment: paste a key, watch the marks appear.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guidance-record privacy asymmetry is a question a school WILL ask. Answer it before they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not issued a login still exist as records - the school decides who gets an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banner is deliberate: a push notification can be missed, so the app tells them anyway.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"server decides late" point kills the obvious cheat - changing the phone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steps, one screen each. Walk it live if there 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differentiator for smaller schools: no merchant account, no gateway fees.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release log is the part registrars react to - it is the question they get asked years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school for their worst timetable clash story, then show it being refused.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Enrolment ignores the date range on purpose - it is a head count, not a period 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slow. It is the one that gets remembered.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blank template removes the "what columns do you want?" phone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have an IT person in the room, this is the slide they will ask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competitors cannot answer this. Lead with it if the DPO is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app store account needed on the school side for Android - the APK is handed over directly.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test-mode database looks perfect until the day one school reads another's records. This catches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for their data. A demo on their own roster sells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image" Target="../media/image-2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737360"/>
            <a:ext cx="5669280" cy="56692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32720" y="4206240"/>
            <a:ext cx="3108960" cy="3108960"/>
          </a:xfrm>
          <a:prstGeom prst="ellipse">
            <a:avLst/>
          </a:prstGeom>
          <a:solidFill>
            <a:srgbClr val="253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87452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926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system for the whole school day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20440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attendance, grades, fees, records, schedules, reports and safety - in one app your Director, Principal, Admin, Registrar, Faculty, Guidance, Staff, Students and Parents each sign in to and see only their own part of.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role portals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546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546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. Windows . Web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692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Act ready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897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50" kern="0" dirty="0">
                <a:solidFill>
                  <a:srgbClr val="88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demo walkthrough for schools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SCHOOLS ASK FOR THIS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paperwork a school day leaves behind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below is somebody in the school building copying the same fact into a second place.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2082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in five books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record, the registrar's ledger, the cashier's receipt book, the guidance file and the adviser's notebook - each holding part of one student.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6448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4192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492" y="22082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192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copied twice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84192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in the morning, written on a slip, then typed into a spreadsheet at the end of the week - if anyone gets to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52816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0560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860" y="22082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90560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nobody agrees 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290560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has one figure, the parent remembers another, and the only way to settle it is to find the receipts.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77824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" y="45857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7824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137 takes days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77824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request comes in, somebody pulls the folder, copies the grades by hand, and nothing records that it was released.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46448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84192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492" y="4585716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584192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 told last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4584192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fever, a suspension, a summons to the guidance office - the family finds out when the child gets home.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52816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90560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4860" y="4585716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290560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answer "who changed this?"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8290560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grade moves, a balance is edited, a record disappears. Nothing in the school can say who, or when.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ORGANISED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portals, one school, one login each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once and the app opens on the portal for your role. Nobody chooses a mode, and nobody sees a screen that is not theirs.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School-wide oversight, approvals, money and audit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leadership for one division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People, branding, catalogues, schedules, reports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/ Cashier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records, fees, receipts, forms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grades, attendance, materials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records and student summons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checklist, work log, material requests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Subjects, timetable, marks, balance, ID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linked child in one place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account sees one portal. No shared screen, no shared password, no "admin mode".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button on the Director's screen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on four live figures for today: attendance rate, collections, pending approvals and upcoming meetings.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everyone or pick the roles; pin one to the top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77520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Title, description, location, start and end; cancel a meeting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44271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inbox for every request in the school. Every decision records who made it, when, and what they were deciding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week's timetable for every section, with clash detection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4777740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461772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Check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485089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readiness checks before a school goes live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40080" y="5340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236" y="544525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152144" y="5285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Requests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1152144" y="5518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families have asked about their data, and what was answered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collections, attendance and grades - on screen, to Excel, or printed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2775204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fee sets the cashier assesses against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3442716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school spending by category, or import a spreadsheet of it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 every phone in the school can dial from</a:t>
            </a:r>
            <a:endParaRPr lang="en-US" sz="1000" dirty="0"/>
          </a:p>
        </p:txBody>
      </p:sp>
      <p:sp>
        <p:nvSpPr>
          <p:cNvPr id="45" name="Shape 33"/>
          <p:cNvSpPr/>
          <p:nvPr/>
        </p:nvSpPr>
        <p:spPr>
          <a:xfrm>
            <a:off x="6323076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28232" y="4777740"/>
            <a:ext cx="173736" cy="173736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6835140" y="461772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50" dirty="0"/>
          </a:p>
        </p:txBody>
      </p:sp>
      <p:sp>
        <p:nvSpPr>
          <p:cNvPr id="48" name="Text 35"/>
          <p:cNvSpPr txBox="1"/>
          <p:nvPr/>
        </p:nvSpPr>
        <p:spPr>
          <a:xfrm>
            <a:off x="6835140" y="485089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made in the school, filterable by module and date</a:t>
            </a:r>
            <a:endParaRPr lang="en-US" sz="1000" dirty="0"/>
          </a:p>
        </p:txBody>
      </p:sp>
      <p:sp>
        <p:nvSpPr>
          <p:cNvPr id="49" name="Shape 36"/>
          <p:cNvSpPr/>
          <p:nvPr/>
        </p:nvSpPr>
        <p:spPr>
          <a:xfrm>
            <a:off x="6323076" y="5340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5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8232" y="5445252"/>
            <a:ext cx="173736" cy="173736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6835140" y="5285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Activity</a:t>
            </a:r>
            <a:endParaRPr lang="en-US" sz="1250" dirty="0"/>
          </a:p>
        </p:txBody>
      </p:sp>
      <p:sp>
        <p:nvSpPr>
          <p:cNvPr id="52" name="Text 38"/>
          <p:cNvSpPr txBox="1"/>
          <p:nvPr/>
        </p:nvSpPr>
        <p:spPr>
          <a:xfrm>
            <a:off x="6835140" y="5518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trail, narrowed to what you did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Academic leadership, scoped to one division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Principal is set to Elementary, Junior High, Senior High or College - and the records they can open stop at that line. Oversight, not data entry: grades stay the teacher's, records stay the registrar's.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roster and any record in their division - view only.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it is actually timetabled, section by section.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which subject in which section, and who advises it.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alerts raised in the school, with the power to resolve one.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877824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" y="464058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77824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877824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numbers, one tap to dial.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3419856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3657600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1900" y="4640580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3657600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3657600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school or division messages under their own name.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6199632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6437376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1676" y="4640580"/>
            <a:ext cx="228600" cy="2286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6437376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400" dirty="0"/>
          </a:p>
        </p:txBody>
      </p:sp>
      <p:sp>
        <p:nvSpPr>
          <p:cNvPr id="39" name="Text 30"/>
          <p:cNvSpPr txBox="1"/>
          <p:nvPr/>
        </p:nvSpPr>
        <p:spPr>
          <a:xfrm>
            <a:off x="6437376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meeting and say who it is for.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8979408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9217152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1452" y="4640580"/>
            <a:ext cx="228600" cy="22860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9217152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400" dirty="0"/>
          </a:p>
        </p:txBody>
      </p:sp>
      <p:sp>
        <p:nvSpPr>
          <p:cNvPr id="44" name="Text 34"/>
          <p:cNvSpPr txBox="1"/>
          <p:nvPr/>
        </p:nvSpPr>
        <p:spPr>
          <a:xfrm>
            <a:off x="9217152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the requests that reach a division head - and the decision is signed with their account.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1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People, academics and the school's identity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operator role: the person who keeps the school configured week to week.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Management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 account for any role, set department, position and division scope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6781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Password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a temporary password; the employee is forced to change it at next sign-in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07365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/ Suspend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an account off without deleting anything it wrote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07949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employees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staff list in from Excel or CSV, or export the one you have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Subject, section, school year, and who is the class adviser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6781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Strands &amp; Programs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Senior High strands and the college degree programs students enrol into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07365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week: day, start, end, room - the app refuses a clash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07949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Branding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Logo, printed name, address, school year, principal and director signatures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2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Money, safety, oversight and going live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account, on the other half of the dashboard.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1625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fee sets per division, grade level and school year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802636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school reports, exportable and printable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589020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and pin school messages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375404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camera and mark whoever is scanned, in or out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0566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61788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00176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23494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and resolve alerts raised anywhere in the school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01625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numbers every portal can dial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80263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Requests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a family asking what is held about their child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589020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every change by module, date and person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375404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Check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deployment works before the first school day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50566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5161788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500176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523494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details, QR ID, activity and notification switch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&amp; CASHIER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counter a family actually walks up 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tiles on the dashboard, and everything else opens from a student's own record.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and filter the roster by division, register a new student, import or export the list, load more as you scroll.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Requests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queue of families asking for access, correction, erasure or objection - each with a target answer date.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queue: every GCash or bank transfer a family sent in, with the reference and the amount, to approve or reject.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Setup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own account name, number, QR image and the instructions families read before they send anything.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Registration issues a sequential student number - S-2026-000001 - that no app can invent or reuse.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ONE STUDENT RECORD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actions, one screen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student from the roster and everything the school does for that child is one tap away.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grade level, section, status and guardian contacts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picture that prints on the school ID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Fees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fee schedule, or type an ad-hoc charge; void one that was wrong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Payment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Cash, GCash or bank transfer, with a sequential receipt number and the balance in front of you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History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charge, payment and refund, and how the balance is made up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&amp; Forms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the Transcript of Records or Form 137, and log the release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History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scan, in and out, with the status the server decided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Portal Account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the student their own login - only when the school wants one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Balance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opening balance for a student carried over from the old system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balance moves only inside a recorded payment or refund - never by an edit.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teacher opens between classes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tiles, and none of them ask a teacher to be an administrator first.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week - what you teach, when, where, to whom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8610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plans, lessons, assignments, projects, exams and quizzes in one list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Submission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subject and section, load the roster, enter scores against a maximum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13435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term's marks in from a spreadsheet instead of typing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what you need; it lands in the same approvals inbox the Director reads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86100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your class present by scanning their IDs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or read an alert without leaving the room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134356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your own sections under your own name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ANSWER KEYS AND SUBMISSIONS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work, mark it, and let it mark itself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kinds of coursework share one screen: Lesson Plan, Lesson, Assignment, Project, Exam and Quiz.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work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Type, title, description, subject, section, due date and total points. Leave "Publish now" off and it saves as a draft only staff can see.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key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correct answers one per line and set the marks per question. Save the key and everything already handed in is re-marked against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handed in, who is outstanding, who was late. Open one, give it a score and written feedback, or let the key score it.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side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answers question by question, sees the mark and the teacher's feedback, and can change their answer while it is still open.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draft stays invisible to students until the teacher publishes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AND STAFF PORTALS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smaller roles, deliberately kept apart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these records is the most closely held in the system. The other is a work log nobody, including its author, can edit.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notes against one student, by category. The guidance office, the Director and the division Principal - and nobody else, not even the class adviser.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Summons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student to the office with a reason and a time. Visible to the student and the linked parent too: a family should not learn about it afterwards.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Checklist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personal task list for today. Add a task, edit it, tick it off. It resets with the date rather than piling up week on week.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Reports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end-of-day work log. Written once and never editable - a correction is a new entry, so the record stays trustworthy.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file into the same approvals inbox faculty use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sees every alert raised in the school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e-ID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carry their own scannable ID for timekeeping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things a student can check on their phone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can issue logins to every student, to some, or to none - a student record does not need an account to exist.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subject, its teacher, and what has been posted in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90322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Timetable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week, day by day, with room and teacher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69874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 &amp; Exams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feed of published work, filterable by kind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49427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per subject and term, as the teacher submitted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289804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record, every scan, in and out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&amp; Balance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was paid, what is left - and how it adds up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903220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Promissory Note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an extension with an amount and a reason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698748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button that alerts the adviser and the parents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494276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addressed to students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5289804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QR ID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ID card, on the phone and printable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child in one place, without a second app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can be linked to several children. The dashboard is the list of them; opening one gives four tabs.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their child was scanned in, and whether it was on time.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Timetable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child is meant to be, hour by hour.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as the teacher submitted them, per subject and term.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 of Account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Charges, payments and the balance - read only. Refunds stay with the school.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unresolved alert about their child is shown as a banner, not hidden behind an icon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school addressed to parents, pushed to the phone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online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 fee by GCash or bank transfer and submit the reference for review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camera, a QR code, and no slips of paper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person in the school carries a QR ID. Staff roles carry a scanner. The scan itself decides the rest.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 card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card layout with the school logo behind it, the student's photo, and the principal and director signatures from Branding. Print it, or keep it on the phone.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Scan Attendance, point at the code, and the record is written. Scan again later and it is a time-out, not a duplicate.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or late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on the server against the school's cutoff time and the school's timezone - not by the clock on the phone doing the scanning.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see 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student, their linked parent, and the staff roles allowed to. Attendance cannot be written from a client at all, only by the scan.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AND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fee schedule to a receipt in a parent's hand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steps, and the family can follow every one of them from their own account.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5341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Define the fee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set of fees for a division, grade level and school year - tuition, miscellaneous, books, whatever the school charges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Assess the student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schedule against one student, or type an ad-hoc charge line by line. The total is shown before anything is committed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71373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Take the payment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number on the ID card and the student's name, class and balance appear. Nothing sends until the ID names somebody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1534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Refund if needed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refund is its own row against the original payment. Director and Admin only, enforced on the server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Show the family the arithmetic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Charged, paid, and what is left - with the assessments listed, so a balance is never a number nobody can explain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713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Void a mistake, do not delete it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assessment is voided and stays visible. The history of a family's account is never quietly rewritten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GCash and bank transfers, reviewed before they count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gateway to sign up for and no percentage taken. The school publishes its own account, and a person approves what comes in.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sets it up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name, number, a QR image families can scan, and the instructions they read first.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sends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pay by their own app, then submit the reference number, the amount and what it was for.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reviews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queue of everything awaiting review. Approve and it becomes a real payment with a receipt; reject and the family is told.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is told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submission raises an alert wherever the cashier is in the app - not only on the review screen.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merchant account to open, no gateway percentage, and no payment counted until a person says so.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AND FORMS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Transcript and Form 137, printed and logged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documents a school is asked for most, generated from the records already in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Transcript of Records or Form 137, laid out on the school's own letterhead with its logo, address, school year and the principal and director signatures.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Purpose, who it was released to, their relationship to the student, and any remarks - captured at the moment of release, not remembered later.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history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release is listed with its date and copy count. When the receiving school writes back asking when Form 137 was sent, the answer is on the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again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reprint is recorded as a reprint. The count of copies in circulation stays honest.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is copied out by hand, so nothing is copied out wrong.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SCHEDULE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room, one teacher, one section, one slot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 block by block: subject, section, teacher, room, day, start and end.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Clashes are refused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classes in the same room, the same teacher in two places, or one section double-booked - the app names the conflict and will not save it. Checked again on the server before it is written.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the way people type them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7:30 AM, 7:30am, 07:30, 0730 - all understood. Nobody should have to learn a time format to build a timetable.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as a grid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a wall chart, with the section or the teacher dropped from the cells when it is the same all the way down.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sees their own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gets their week, the student gets theirs, the parent gets their child's - all from the same blocks.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numbers a school is actually asked for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period - this school year, this month, the last 30 days - and read it on screen, export it to Excel, or print 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7403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 by division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count by division and grade level, every status shown - not just the enrolled ones.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7403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 and receivables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came in, and what is still owed.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7403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rate by section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late and absent by section, with the rate. Excused days sit outside the rate.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7403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distribution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banded against the DepEd descriptors, per subject.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7093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to Excel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table, as a spreadsheet you can rework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323076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517093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35140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6835140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PDF with the school's heading and the totals row shaded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GOES WRONG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button, and the right people know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Raised from a student's phone, seen by the staff who can act, and told to the family the same minute.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presses one button and says what happened. Their adviser and their parents are notified.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Faculty, Guidance, Principal, Admin and the Director see live alerts, and any of them can resolve one.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family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parent gets a push, and a banner on their dashboard in case the push never arrived.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 out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 - clinic, guard, barangay, hospital - one tap from any portal.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3492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alert is logged with who raised it, when, and who resolved it.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IN FROM WHAT YOU HAVE NOW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in, Excel out - on five different lists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changing systems has years of data in spreadsheets. It does not get retyped.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roster, with divisions, sections and guardians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with department, position and division scope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term's marks, per subject and section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spending, by category and date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what, to whom, this year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template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exact .xlsx shape the import expects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import shows you what it read before it writes anything, and every export comes back as .xlsx or .csv.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hidden in the app - refused by the database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below is enforced where the data lives, so it holds even if somebody bypasses the app entirely.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school cannot see another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record lives under its own school, and an account carries the school it belongs to. There is no query that crosses the line.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Divisions hold too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Junior High teacher scoped to their division cannot open a Senior High record - the read is denied, not filtered.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fields are server-owned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balance moves only inside a recorded payment. A role, a status or a student number cannot be changed by an app at all.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written down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create, edit and delete lands in the audit trail with who did it and when, automatically. A decision on a request is signed with the account that made it, so an approval cannot be attributed to somebody else.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ACT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hand your Data Protection Officer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Schools hold minors' records. The questions a DPO asks are answered inside the app, not in a promise.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privacy notice in the app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categories of data, what is held, why, and who sees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acknowledgement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account reads it before their first use, and the version they read is stored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requests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family can ask what is held about their child, from their own profile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 and objection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rights the Act names, filed the same way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retention schedule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each kind of record is kept, written down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clock on every request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carries a target answer date and shows when it is overdue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 Processing Agreement template ships with the system, ready for your DPO to review.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RUNS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app, on whatever the school already has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codebase, three builds. No separate teacher app, no separate parent app.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from an APK the school hands out itself. Camera scanning and push notifications, on the phones staff already carry.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desktop build for the registrar's and cashier's counter, where the printing and the typing happen.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browser, and installable to the home screen as a PWA - including iPhone, once added to the Home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announcement reaches the phones of the roles it was addressed to, even with the app closed.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864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codebase means a fix reaches the registrar's desktop and the parent's phone together.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LIVE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checks that go green before the first school day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because the worst time to find a misconfiguration is on the morning a school starts using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991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reachable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read from the school's own records returns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9524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rules deployed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write the rules must refuse IS refused - the check that matters most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99135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functions deployed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callable answers, in the right region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78231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88746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72744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indexes created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96062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queries the app depends on actually run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19913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storage writable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probe file is written and removed again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95244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claims set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signed-in account carries its role and its school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399135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details filled in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logo, year, principal and DPO - a warning, not a failure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40080" y="5623560"/>
            <a:ext cx="10908792" cy="77724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4" name="Shape 25"/>
          <p:cNvSpPr/>
          <p:nvPr/>
        </p:nvSpPr>
        <p:spPr>
          <a:xfrm>
            <a:off x="932688" y="578358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988" y="5897880"/>
            <a:ext cx="228600" cy="22860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1600200" y="5623560"/>
            <a:ext cx="9582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database left in test mode behaves perfectly - right up to the day one school reads another's records. This is the check that catches it.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108960"/>
            <a:ext cx="6035040" cy="60350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0" y="19659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with your own school's data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0" y="342900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one section's roster, one term of grades and last month's collections. We load them in front of you, and you click through the portals your own staff would use.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489204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LogicClass - School Management System</dc:title>
  <dc:subject>PptxGenJS Presentation</dc:subject>
  <dc:creator>LogicClass</dc:creator>
  <cp:lastModifiedBy>LogicClass</cp:lastModifiedBy>
  <cp:revision>1</cp:revision>
  <dcterms:created xsi:type="dcterms:W3CDTF">2026-08-30T03:22:40Z</dcterms:created>
  <dcterms:modified xsi:type="dcterms:W3CDTF">2026-08-30T03:22:40Z</dcterms:modified>
</cp:coreProperties>
</file>