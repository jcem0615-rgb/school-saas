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Grades arrive by hand or from a spreadsheet, and the class record shows the arithmetic. The rescaling point is the one teachers react to: every other system they have used counts a missing exam as 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weights are the school's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as a starting point, then edited and confirmed by a named person at the school.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letterhead: every subject, every quarter, the final grade, the descriptor and the remarks.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prints unconfirmed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somebody at the school has checked the weights against the order current for them, the report card refuses to print - and editing them revokes the confirmation.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13th month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twelfth of what was actually earned across the year, computed from the runs rather than from a headline salary.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with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2026-08-31T12:00:25Z</dcterms:created>
  <dcterms:modified xsi:type="dcterms:W3CDTF">2026-08-31T12:00:25Z</dcterms:modified>
</cp:coreProperties>
</file>