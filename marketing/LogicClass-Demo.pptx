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yes, including who changed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worth saying out loud: the division boundary is enforced in the database rules rather than hidden in the UI, and "oversight, not data entry" is literal - a Principal has no edit buttons on any of these. Same for the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class record in the demo and type a mark - the grade moves as you save. Two things teachers react to: a missing exam is not a zero, and a corrected mark replaces rather than doubling. Every other system they have used gets one of those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oversight: reads everything, approves, and edits nothing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screen the head of school opens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read across the whole school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readiness checks before a school goes live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0080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5445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52144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1152144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fee sets the cashier assesses against - the Admin defines them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school spending by category and date. The Admin records it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from, maintained by the Admin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made in the school, filterable by module and date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6323076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8232" y="4777740"/>
            <a:ext cx="173736" cy="17373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835140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Activity</a:t>
            </a:r>
            <a:endParaRPr lang="en-US" sz="1250" dirty="0"/>
          </a:p>
        </p:txBody>
      </p:sp>
      <p:sp>
        <p:nvSpPr>
          <p:cNvPr id="48" name="Text 35"/>
          <p:cNvSpPr txBox="1"/>
          <p:nvPr/>
        </p:nvSpPr>
        <p:spPr>
          <a:xfrm>
            <a:off x="6835140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trail, narrowed to what you did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 - read.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name, to a role or to one class.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role, and since the Director and Principal became read-only, the only one: everything the school changes week to week is changed from this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Principal, Registrar, Faculty, Staff or Guidance account, with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safety, oversight and going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every change by module, date and person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deployment works before the first school day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ID, activity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work is a column, the class is the rows. Type the marks down it once and every grade recomputes - no dialog per child, and a corrected mark replaces the wrong one rather than adding to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are yours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and confirmed by a named person at the school - and a subject teacher can set their own split for their class, as long as it adds up to a hundred.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and names what is still missing, rather than capping every child at 80.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 shows its work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letterhead, and a second page giving every component - raw over possible, the percentage, the weight, what it contributed - for the quarter being read.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Guidance, the Director, the Admin and the division Principal - nobody else, not the adviser, not the family.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adviser, guidance, the office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 - but a second tap in the queue, seconds after the first, is not: the person is already in, and the scanner says so.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The Admin only - never the cashier who took the money -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Server-computed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rates, the tables, the scans and the approved leave are all read server-side. No figure on a payslip comes from the device that pressed Issue.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your logo behind it, and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 role, or one class,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adviser, guidance, the office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 - and, for a school that runs semesters, which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997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997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semesters, one year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High and college change timetable halfway through. The second semester reuses the same room, lecturer and slot - not a clash, because the two are never in the same week.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997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 at a time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term and read that week; classes that run all year show in every term, because that is where they actually are. A school with one timetable is never asked the question.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6771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67715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67715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Your DPO asks what is held and who can reach it - and that part is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decided at the database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by what a screen shows - a screen you cannot reach is data you cannot fetch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 trail behind it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to a record carries who made it and when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handled at the office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correction, erasure and objection are answered by the school, off this system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roles, or the class,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 and principal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2026-09-09T04:14:20Z</dcterms:created>
  <dcterms:modified xsi:type="dcterms:W3CDTF">2026-09-09T04:14:20Z</dcterms:modified>
</cp:coreProperties>
</file>